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6B64D9-7295-4A70-B1EF-16121BC15916}" v="3" dt="2025-11-18T13:36:15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k Chugh" userId="5beb065519f84463" providerId="LiveId" clId="{B457F6E2-B714-4B6F-9A07-80899B93AE0E}"/>
    <pc:docChg chg="custSel addSld modSld">
      <pc:chgData name="Samk Chugh" userId="5beb065519f84463" providerId="LiveId" clId="{B457F6E2-B714-4B6F-9A07-80899B93AE0E}" dt="2025-11-18T13:37:27.460" v="60" actId="14100"/>
      <pc:docMkLst>
        <pc:docMk/>
      </pc:docMkLst>
      <pc:sldChg chg="addSp delSp modSp new mod">
        <pc:chgData name="Samk Chugh" userId="5beb065519f84463" providerId="LiveId" clId="{B457F6E2-B714-4B6F-9A07-80899B93AE0E}" dt="2025-11-18T13:21:31.347" v="46" actId="21"/>
        <pc:sldMkLst>
          <pc:docMk/>
          <pc:sldMk cId="329180245" sldId="263"/>
        </pc:sldMkLst>
        <pc:spChg chg="add mod">
          <ac:chgData name="Samk Chugh" userId="5beb065519f84463" providerId="LiveId" clId="{B457F6E2-B714-4B6F-9A07-80899B93AE0E}" dt="2025-11-18T12:58:48.147" v="2" actId="1076"/>
          <ac:spMkLst>
            <pc:docMk/>
            <pc:sldMk cId="329180245" sldId="263"/>
            <ac:spMk id="3" creationId="{D373DA89-F560-1079-EC96-6113FA387242}"/>
          </ac:spMkLst>
        </pc:spChg>
        <pc:spChg chg="add mod">
          <ac:chgData name="Samk Chugh" userId="5beb065519f84463" providerId="LiveId" clId="{B457F6E2-B714-4B6F-9A07-80899B93AE0E}" dt="2025-11-18T12:59:32.917" v="7" actId="1076"/>
          <ac:spMkLst>
            <pc:docMk/>
            <pc:sldMk cId="329180245" sldId="263"/>
            <ac:spMk id="5" creationId="{64E87AF3-389C-165E-2C4A-B7F812B214E6}"/>
          </ac:spMkLst>
        </pc:spChg>
        <pc:spChg chg="add mod">
          <ac:chgData name="Samk Chugh" userId="5beb065519f84463" providerId="LiveId" clId="{B457F6E2-B714-4B6F-9A07-80899B93AE0E}" dt="2025-11-18T13:00:00.479" v="9" actId="1076"/>
          <ac:spMkLst>
            <pc:docMk/>
            <pc:sldMk cId="329180245" sldId="263"/>
            <ac:spMk id="7" creationId="{5E5F6164-5CC6-A5D9-6D64-5504E478EB70}"/>
          </ac:spMkLst>
        </pc:spChg>
        <pc:spChg chg="add mod">
          <ac:chgData name="Samk Chugh" userId="5beb065519f84463" providerId="LiveId" clId="{B457F6E2-B714-4B6F-9A07-80899B93AE0E}" dt="2025-11-18T13:00:25.413" v="12" actId="1076"/>
          <ac:spMkLst>
            <pc:docMk/>
            <pc:sldMk cId="329180245" sldId="263"/>
            <ac:spMk id="9" creationId="{B8F8C10A-879E-76B3-34B1-96A76D420B58}"/>
          </ac:spMkLst>
        </pc:spChg>
        <pc:spChg chg="add mod">
          <ac:chgData name="Samk Chugh" userId="5beb065519f84463" providerId="LiveId" clId="{B457F6E2-B714-4B6F-9A07-80899B93AE0E}" dt="2025-11-18T13:02:04.340" v="23" actId="1076"/>
          <ac:spMkLst>
            <pc:docMk/>
            <pc:sldMk cId="329180245" sldId="263"/>
            <ac:spMk id="11" creationId="{B6571B4E-2A89-2959-D46D-B22685C680EA}"/>
          </ac:spMkLst>
        </pc:spChg>
        <pc:spChg chg="add mod">
          <ac:chgData name="Samk Chugh" userId="5beb065519f84463" providerId="LiveId" clId="{B457F6E2-B714-4B6F-9A07-80899B93AE0E}" dt="2025-11-18T13:01:58.563" v="22" actId="1076"/>
          <ac:spMkLst>
            <pc:docMk/>
            <pc:sldMk cId="329180245" sldId="263"/>
            <ac:spMk id="13" creationId="{B07C23D8-DB74-0426-D456-219ED6158213}"/>
          </ac:spMkLst>
        </pc:spChg>
        <pc:spChg chg="add mod">
          <ac:chgData name="Samk Chugh" userId="5beb065519f84463" providerId="LiveId" clId="{B457F6E2-B714-4B6F-9A07-80899B93AE0E}" dt="2025-11-18T13:02:28.038" v="26" actId="12"/>
          <ac:spMkLst>
            <pc:docMk/>
            <pc:sldMk cId="329180245" sldId="263"/>
            <ac:spMk id="15" creationId="{618E7F2E-9CB8-4DC5-9579-FF51B157B9C0}"/>
          </ac:spMkLst>
        </pc:spChg>
        <pc:spChg chg="add mod">
          <ac:chgData name="Samk Chugh" userId="5beb065519f84463" providerId="LiveId" clId="{B457F6E2-B714-4B6F-9A07-80899B93AE0E}" dt="2025-11-18T13:03:02.342" v="28" actId="1076"/>
          <ac:spMkLst>
            <pc:docMk/>
            <pc:sldMk cId="329180245" sldId="263"/>
            <ac:spMk id="17" creationId="{9E371EBE-3862-DB69-A6BB-C7033B26B076}"/>
          </ac:spMkLst>
        </pc:spChg>
        <pc:spChg chg="add mod">
          <ac:chgData name="Samk Chugh" userId="5beb065519f84463" providerId="LiveId" clId="{B457F6E2-B714-4B6F-9A07-80899B93AE0E}" dt="2025-11-18T13:03:20.434" v="30" actId="1076"/>
          <ac:spMkLst>
            <pc:docMk/>
            <pc:sldMk cId="329180245" sldId="263"/>
            <ac:spMk id="19" creationId="{E168F3B4-C4EC-DAF4-7F15-28AB1C6BC1F8}"/>
          </ac:spMkLst>
        </pc:spChg>
        <pc:picChg chg="add mod">
          <ac:chgData name="Samk Chugh" userId="5beb065519f84463" providerId="LiveId" clId="{B457F6E2-B714-4B6F-9A07-80899B93AE0E}" dt="2025-11-18T13:08:00.878" v="32" actId="1076"/>
          <ac:picMkLst>
            <pc:docMk/>
            <pc:sldMk cId="329180245" sldId="263"/>
            <ac:picMk id="21" creationId="{34E72363-0FCC-778E-F376-72F835898E24}"/>
          </ac:picMkLst>
        </pc:picChg>
        <pc:picChg chg="add mod">
          <ac:chgData name="Samk Chugh" userId="5beb065519f84463" providerId="LiveId" clId="{B457F6E2-B714-4B6F-9A07-80899B93AE0E}" dt="2025-11-18T13:08:39.854" v="39" actId="14100"/>
          <ac:picMkLst>
            <pc:docMk/>
            <pc:sldMk cId="329180245" sldId="263"/>
            <ac:picMk id="23" creationId="{59FC2B4F-6C65-E508-6661-04A416F049EF}"/>
          </ac:picMkLst>
        </pc:picChg>
        <pc:picChg chg="add del mod">
          <ac:chgData name="Samk Chugh" userId="5beb065519f84463" providerId="LiveId" clId="{B457F6E2-B714-4B6F-9A07-80899B93AE0E}" dt="2025-11-18T13:21:31.347" v="46" actId="21"/>
          <ac:picMkLst>
            <pc:docMk/>
            <pc:sldMk cId="329180245" sldId="263"/>
            <ac:picMk id="25" creationId="{9BC0A04C-7438-C653-890B-CA533B164183}"/>
          </ac:picMkLst>
        </pc:picChg>
      </pc:sldChg>
      <pc:sldChg chg="addSp modSp new mod">
        <pc:chgData name="Samk Chugh" userId="5beb065519f84463" providerId="LiveId" clId="{B457F6E2-B714-4B6F-9A07-80899B93AE0E}" dt="2025-11-18T13:37:27.460" v="60" actId="14100"/>
        <pc:sldMkLst>
          <pc:docMk/>
          <pc:sldMk cId="2815886259" sldId="264"/>
        </pc:sldMkLst>
        <pc:picChg chg="add mod">
          <ac:chgData name="Samk Chugh" userId="5beb065519f84463" providerId="LiveId" clId="{B457F6E2-B714-4B6F-9A07-80899B93AE0E}" dt="2025-11-18T13:37:27.460" v="60" actId="14100"/>
          <ac:picMkLst>
            <pc:docMk/>
            <pc:sldMk cId="2815886259" sldId="264"/>
            <ac:picMk id="3" creationId="{5AE0A366-EF46-4CA1-2120-AC70BCEB7B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ED485-1250-1191-530A-0B24DE12E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2EE78-A52D-F1C1-6E72-9061ECE0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1C016-65CB-9FE0-CEA1-A90A167B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54362-7261-A1AC-45D5-432254F5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E589A-546D-4286-DF5E-DDB87AF3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2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E83F-156E-262D-7BA0-2B37222D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81FA-E1D0-7D98-C925-FDF6C039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87FB-6AF4-C640-1209-4A1190CC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8C7AE-D3C2-4259-BFC7-6C1C38A7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4A0D7-B6B5-0DEC-4D6E-28BDEC62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4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13B2-6C74-9945-FC96-9A40A66D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3599A-AACD-2EE7-1086-130A82A6A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36697-0F9F-146A-866C-BE7684440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3FD61-BE44-BB8F-BE1C-BC8DD0B3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B9F84-0A0A-8726-E93C-5FA8F346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0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721A-181C-1961-3E34-DEC818C8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0F2FF-6781-D052-ED30-708F3EACB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1CF56-814D-6693-441D-BA04FF4EC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E8EFF-65EF-2B94-288A-706B7A18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161FA-7648-99AD-83E4-A6961E34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11C1A-D65E-0908-F2DB-BC35AEC3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44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BDBB-DAB8-CB51-AC01-689503156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55CC6-A1CE-5F9B-A120-E12F424B9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BE41A-F55B-7213-9B91-8925B180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58013-63BD-E06D-8757-99F62AF0D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DD7AC-5077-480B-DF9A-AB5F3CC32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3E1B4-A13B-DFF9-5674-B37C4646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BD3C3-1E5D-89EC-278E-C093CC74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AC3CE-2A54-46E1-5885-644DC825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97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3636-56D5-D59F-EC61-C90D2DAD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16309-7421-FEE0-AEAF-AB60EB3A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50EE-8EDD-3ED2-84C4-76E2964B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11C4B-CAF7-0BD7-4D25-153D9A11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09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8BB04-B4C3-08D2-465C-EB7B2A5D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C7936-669D-7864-4DFC-1B01DAAB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8204B-0219-4A84-0ECC-3E69A7F4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4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E170-33FB-41CB-8648-78BD22E0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AD869-66FB-31F1-0C9B-68706E77B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C2C84-2742-EDFF-B500-4533DFBCD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5CD9E-8DBB-BB87-EA06-C6A01C44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91E68-32B4-4A9C-08ED-E465DBCA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5D40E-E0B0-0ADE-54E3-20C60BCC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42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1D51-A425-BDE2-505A-1DC42AE7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24867-B824-B43A-CA65-3510E1BE0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B3576-5ABE-7D2C-8C86-1207C93D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A7F4A-4F34-6455-5C0E-08FE1DA6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7DFFD-85BB-1C6D-5F35-5C29FDE7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4B603-8607-08AE-742C-468196DE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6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B131-F021-459E-C39E-965D5C8E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D43DE-58BA-E4C7-9F65-7AF8882EB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637C3-0153-ED55-6F83-722FD31A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3753E-12A6-633C-5725-D1EEA9F6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767C8-9132-BC1F-7664-EF4114C9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75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B19A9-2628-21D1-4A5C-14CEDB169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E3EEC-4043-CF42-B6E1-61989EC0C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FBE1A-6DA6-1A34-6E2F-C42A1F63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39FAB-0735-5EF2-AB3F-8B2DEA17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431BE-6F11-4B52-EE2B-90D025D3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19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4D6A6-F0A4-62AF-861A-2D074F12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61601-8380-DCC0-7670-73CCB9FA2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233C4-85C8-A728-EF51-E16B4044F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ACC9A-13BD-40BA-AC46-E36BA71062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54A3-9E7F-CEE7-6A62-E27D59FA4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E1DA8-301D-2410-E244-50549C030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02E8A-1A6C-4B50-8F4D-E0640D184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6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AB37-81CB-FF52-0EBE-E6B5CDAC4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575"/>
            <a:ext cx="9144000" cy="3458816"/>
          </a:xfrm>
        </p:spPr>
        <p:txBody>
          <a:bodyPr>
            <a:normAutofit/>
          </a:bodyPr>
          <a:lstStyle/>
          <a:p>
            <a:r>
              <a:rPr lang="en-GB" dirty="0"/>
              <a:t>Linux Assignment</a:t>
            </a:r>
            <a:br>
              <a:rPr lang="en-GB" dirty="0"/>
            </a:br>
            <a:r>
              <a:rPr lang="en-GB" dirty="0"/>
              <a:t>CSE Fundamental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3CB60-1A6C-8126-2253-7E8F79BF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71989"/>
          </a:xfrm>
        </p:spPr>
        <p:txBody>
          <a:bodyPr>
            <a:normAutofit/>
          </a:bodyPr>
          <a:lstStyle/>
          <a:p>
            <a:r>
              <a:rPr lang="en-GB" dirty="0"/>
              <a:t>Samik Chugh</a:t>
            </a:r>
          </a:p>
          <a:p>
            <a:r>
              <a:rPr lang="en-GB" dirty="0"/>
              <a:t>CSE Core –B</a:t>
            </a:r>
          </a:p>
          <a:p>
            <a:r>
              <a:rPr lang="en-GB" dirty="0"/>
              <a:t>2501010248</a:t>
            </a:r>
          </a:p>
          <a:p>
            <a:r>
              <a:rPr lang="en-GB" dirty="0"/>
              <a:t>Submitted to: Rajesh Sir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296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14129C-894C-7060-367C-2CB4C953EAF8}"/>
              </a:ext>
            </a:extLst>
          </p:cNvPr>
          <p:cNvSpPr txBox="1"/>
          <p:nvPr/>
        </p:nvSpPr>
        <p:spPr>
          <a:xfrm>
            <a:off x="337930" y="89452"/>
            <a:ext cx="8808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/>
              <a:t>Install WSL &amp; Ubuntu on Windows 10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44E76-78E3-124E-A91D-8867BB632722}"/>
              </a:ext>
            </a:extLst>
          </p:cNvPr>
          <p:cNvSpPr txBox="1"/>
          <p:nvPr/>
        </p:nvSpPr>
        <p:spPr>
          <a:xfrm>
            <a:off x="129209" y="815009"/>
            <a:ext cx="9017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Open </a:t>
            </a:r>
            <a:r>
              <a:rPr lang="en-GB" b="1" dirty="0"/>
              <a:t>PowerShell as Administrator</a:t>
            </a:r>
            <a:r>
              <a:rPr lang="en-GB" dirty="0"/>
              <a:t> (search PowerShell → right-click → Run as administrator). Copy &amp; paste the following commands one by one and press Enter.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1134A-EE7A-ADFB-0EB9-576ABE806385}"/>
              </a:ext>
            </a:extLst>
          </p:cNvPr>
          <p:cNvSpPr txBox="1"/>
          <p:nvPr/>
        </p:nvSpPr>
        <p:spPr>
          <a:xfrm>
            <a:off x="0" y="1567502"/>
            <a:ext cx="901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dirty="0"/>
              <a:t>E</a:t>
            </a:r>
            <a:r>
              <a:rPr lang="en-GB" dirty="0"/>
              <a:t>nable WSL and Virtual Machine Platform: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2A6BE-751D-4FD1-8920-8A4592FF4514}"/>
              </a:ext>
            </a:extLst>
          </p:cNvPr>
          <p:cNvSpPr txBox="1"/>
          <p:nvPr/>
        </p:nvSpPr>
        <p:spPr>
          <a:xfrm>
            <a:off x="129209" y="2029167"/>
            <a:ext cx="79910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dism.exe /online /enable-feature /</a:t>
            </a:r>
            <a:r>
              <a:rPr lang="en-IN" dirty="0" err="1"/>
              <a:t>featurename:Microsoft-Windows-Subsystem-Linux</a:t>
            </a:r>
            <a:r>
              <a:rPr lang="en-IN" dirty="0"/>
              <a:t> /all /</a:t>
            </a:r>
            <a:r>
              <a:rPr lang="en-IN" dirty="0" err="1"/>
              <a:t>norestart</a:t>
            </a:r>
            <a:endParaRPr lang="en-IN" dirty="0"/>
          </a:p>
          <a:p>
            <a:r>
              <a:rPr lang="en-IN" dirty="0"/>
              <a:t>dism.exe /online /enable-feature /</a:t>
            </a:r>
            <a:r>
              <a:rPr lang="en-IN" dirty="0" err="1"/>
              <a:t>featurename:VirtualMachinePlatform</a:t>
            </a:r>
            <a:r>
              <a:rPr lang="en-IN" dirty="0"/>
              <a:t> /all /</a:t>
            </a:r>
            <a:r>
              <a:rPr lang="en-IN" dirty="0" err="1"/>
              <a:t>norestart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E3EBA-0EF5-38CF-18B8-547FE0B11503}"/>
              </a:ext>
            </a:extLst>
          </p:cNvPr>
          <p:cNvSpPr txBox="1"/>
          <p:nvPr/>
        </p:nvSpPr>
        <p:spPr>
          <a:xfrm>
            <a:off x="198784" y="3239363"/>
            <a:ext cx="8947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Restart Windows when prompted (restart your PC).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AE650-1DDF-A99B-02CB-BE04E92EFF7A}"/>
              </a:ext>
            </a:extLst>
          </p:cNvPr>
          <p:cNvSpPr txBox="1"/>
          <p:nvPr/>
        </p:nvSpPr>
        <p:spPr>
          <a:xfrm>
            <a:off x="198784" y="3793361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After restart, open PowerShell </a:t>
            </a:r>
            <a:r>
              <a:rPr lang="en-GB" b="1" dirty="0"/>
              <a:t>(not admin needed now)</a:t>
            </a:r>
            <a:r>
              <a:rPr lang="en-GB" dirty="0"/>
              <a:t> and install WSL Ubuntu: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128D7C-4FB2-3D7F-D874-E341A8117FA0}"/>
              </a:ext>
            </a:extLst>
          </p:cNvPr>
          <p:cNvSpPr txBox="1"/>
          <p:nvPr/>
        </p:nvSpPr>
        <p:spPr>
          <a:xfrm>
            <a:off x="337930" y="444955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wsl</a:t>
            </a:r>
            <a:r>
              <a:rPr lang="en-IN" dirty="0"/>
              <a:t> --install -d ubuntu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E2569B-B6A4-D339-147F-8E91C9ED1636}"/>
              </a:ext>
            </a:extLst>
          </p:cNvPr>
          <p:cNvSpPr txBox="1"/>
          <p:nvPr/>
        </p:nvSpPr>
        <p:spPr>
          <a:xfrm>
            <a:off x="135420" y="4967332"/>
            <a:ext cx="6147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After installation, a new Ubuntu terminal will open. Create your UNIX username and password when prompted.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2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FC0CD-857B-2711-082A-D8FCAE794783}"/>
              </a:ext>
            </a:extLst>
          </p:cNvPr>
          <p:cNvSpPr txBox="1"/>
          <p:nvPr/>
        </p:nvSpPr>
        <p:spPr>
          <a:xfrm>
            <a:off x="106845" y="133386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2.Inside Ubuntu: update &amp; install required tools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26287-756A-1C96-F221-96368D2B7206}"/>
              </a:ext>
            </a:extLst>
          </p:cNvPr>
          <p:cNvSpPr txBox="1"/>
          <p:nvPr/>
        </p:nvSpPr>
        <p:spPr>
          <a:xfrm>
            <a:off x="67089" y="1335587"/>
            <a:ext cx="6137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 the Ubuntu terminal (from Start menu). Run: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1DEBB-6FCD-B964-AE8B-1D46ACFBEC2A}"/>
              </a:ext>
            </a:extLst>
          </p:cNvPr>
          <p:cNvSpPr txBox="1"/>
          <p:nvPr/>
        </p:nvSpPr>
        <p:spPr>
          <a:xfrm>
            <a:off x="345385" y="1704919"/>
            <a:ext cx="61374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update packages</a:t>
            </a:r>
          </a:p>
          <a:p>
            <a:r>
              <a:rPr lang="en-IN" dirty="0" err="1"/>
              <a:t>sudo</a:t>
            </a:r>
            <a:r>
              <a:rPr lang="en-IN" dirty="0"/>
              <a:t> apt update &amp;&amp; </a:t>
            </a:r>
            <a:r>
              <a:rPr lang="en-IN" dirty="0" err="1"/>
              <a:t>sudo</a:t>
            </a:r>
            <a:r>
              <a:rPr lang="en-IN" dirty="0"/>
              <a:t> apt upgrade -y</a:t>
            </a:r>
          </a:p>
          <a:p>
            <a:endParaRPr lang="en-IN" dirty="0"/>
          </a:p>
          <a:p>
            <a:r>
              <a:rPr lang="en-IN" dirty="0"/>
              <a:t># install common tools</a:t>
            </a:r>
          </a:p>
          <a:p>
            <a:r>
              <a:rPr lang="en-IN" dirty="0" err="1"/>
              <a:t>sudo</a:t>
            </a:r>
            <a:r>
              <a:rPr lang="en-IN" dirty="0"/>
              <a:t> apt install -y git curl </a:t>
            </a:r>
            <a:r>
              <a:rPr lang="en-IN" dirty="0" err="1"/>
              <a:t>wget</a:t>
            </a:r>
            <a:r>
              <a:rPr lang="en-IN" dirty="0"/>
              <a:t> net-tools </a:t>
            </a:r>
            <a:r>
              <a:rPr lang="en-IN" dirty="0" err="1"/>
              <a:t>procps</a:t>
            </a:r>
            <a:r>
              <a:rPr lang="en-IN" dirty="0"/>
              <a:t> tree zip unzip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3FC1A-A31F-C13F-FBB6-AA6BD9AA5DD3}"/>
              </a:ext>
            </a:extLst>
          </p:cNvPr>
          <p:cNvSpPr txBox="1"/>
          <p:nvPr/>
        </p:nvSpPr>
        <p:spPr>
          <a:xfrm>
            <a:off x="236055" y="3725304"/>
            <a:ext cx="61374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git</a:t>
            </a:r>
            <a:r>
              <a:rPr lang="en-GB" dirty="0"/>
              <a:t> for version control and GitHub.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curl</a:t>
            </a:r>
            <a:r>
              <a:rPr lang="en-GB" dirty="0"/>
              <a:t>/</a:t>
            </a:r>
            <a:r>
              <a:rPr lang="en-GB" dirty="0" err="1">
                <a:latin typeface="Courier New" panose="02070309020205020404" pitchFamily="49" charset="0"/>
              </a:rPr>
              <a:t>wget</a:t>
            </a:r>
            <a:r>
              <a:rPr lang="en-GB" dirty="0"/>
              <a:t> for downloading files (required by assignment).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net-tools</a:t>
            </a:r>
            <a:r>
              <a:rPr lang="en-GB" dirty="0"/>
              <a:t> provides </a:t>
            </a:r>
            <a:r>
              <a:rPr lang="en-GB" dirty="0" err="1">
                <a:latin typeface="Courier New" panose="02070309020205020404" pitchFamily="49" charset="0"/>
              </a:rPr>
              <a:t>ifconfig</a:t>
            </a:r>
            <a:r>
              <a:rPr lang="en-GB" dirty="0"/>
              <a:t> (if you prefer </a:t>
            </a:r>
            <a:r>
              <a:rPr lang="en-GB" dirty="0" err="1">
                <a:latin typeface="Courier New" panose="02070309020205020404" pitchFamily="49" charset="0"/>
              </a:rPr>
              <a:t>ip</a:t>
            </a:r>
            <a:r>
              <a:rPr lang="en-GB" dirty="0"/>
              <a:t> you already have it).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procps</a:t>
            </a:r>
            <a:r>
              <a:rPr lang="en-GB" dirty="0"/>
              <a:t> includes </a:t>
            </a:r>
            <a:r>
              <a:rPr lang="en-GB" dirty="0" err="1">
                <a:latin typeface="Courier New" panose="02070309020205020404" pitchFamily="49" charset="0"/>
              </a:rPr>
              <a:t>ps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</a:rPr>
              <a:t>top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tree</a:t>
            </a:r>
            <a:r>
              <a:rPr lang="en-GB" dirty="0"/>
              <a:t> for hierarchical view of directories.</a:t>
            </a:r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C161285-DEBA-6AB2-57B7-F727B5997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257" y="133386"/>
            <a:ext cx="5947743" cy="64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5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562FCE-0A29-6A0C-392B-78ED25A20FC4}"/>
              </a:ext>
            </a:extLst>
          </p:cNvPr>
          <p:cNvSpPr txBox="1"/>
          <p:nvPr/>
        </p:nvSpPr>
        <p:spPr>
          <a:xfrm>
            <a:off x="0" y="106162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3) 20+ shell commands — with exact commands &amp; what to capture</a:t>
            </a:r>
          </a:p>
          <a:p>
            <a:pPr>
              <a:buNone/>
            </a:pPr>
            <a:r>
              <a:rPr lang="en-GB" dirty="0"/>
              <a:t>Run each command in Ubuntu terminal and take a screenshot of the output. Save screenshots in a folder </a:t>
            </a:r>
            <a:r>
              <a:rPr lang="en-GB" dirty="0">
                <a:latin typeface="Courier New" panose="02070309020205020404" pitchFamily="49" charset="0"/>
              </a:rPr>
              <a:t>~/</a:t>
            </a:r>
            <a:r>
              <a:rPr lang="en-GB" dirty="0" err="1">
                <a:latin typeface="Courier New" panose="02070309020205020404" pitchFamily="49" charset="0"/>
              </a:rPr>
              <a:t>linux_assignment</a:t>
            </a:r>
            <a:r>
              <a:rPr lang="en-GB" dirty="0">
                <a:latin typeface="Courier New" panose="02070309020205020404" pitchFamily="49" charset="0"/>
              </a:rPr>
              <a:t>/screenshots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4BFB1-660D-B16A-3D03-B8ACA71BD440}"/>
              </a:ext>
            </a:extLst>
          </p:cNvPr>
          <p:cNvSpPr txBox="1"/>
          <p:nvPr/>
        </p:nvSpPr>
        <p:spPr>
          <a:xfrm>
            <a:off x="0" y="3824046"/>
            <a:ext cx="61225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pwd</a:t>
            </a:r>
            <a:r>
              <a:rPr lang="en-IN" dirty="0"/>
              <a:t>                 # shows current directory</a:t>
            </a:r>
          </a:p>
          <a:p>
            <a:r>
              <a:rPr lang="en-IN" dirty="0"/>
              <a:t>ls -la              # list files with permissions and hidden files</a:t>
            </a:r>
          </a:p>
          <a:p>
            <a:r>
              <a:rPr lang="en-IN" dirty="0"/>
              <a:t>cd ~                # go to home</a:t>
            </a:r>
          </a:p>
          <a:p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testdir</a:t>
            </a:r>
            <a:r>
              <a:rPr lang="en-IN" dirty="0"/>
              <a:t>       # create a directory</a:t>
            </a:r>
          </a:p>
          <a:p>
            <a:r>
              <a:rPr lang="en-IN" dirty="0"/>
              <a:t>touch </a:t>
            </a:r>
            <a:r>
              <a:rPr lang="en-IN" dirty="0" err="1"/>
              <a:t>testdir</a:t>
            </a:r>
            <a:r>
              <a:rPr lang="en-IN" dirty="0"/>
              <a:t>/file1.txt   # create file</a:t>
            </a:r>
          </a:p>
          <a:p>
            <a:r>
              <a:rPr lang="en-IN" dirty="0"/>
              <a:t>tree -a             # tree view of current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3091A-1871-D4BF-976B-1C7869FF2FE3}"/>
              </a:ext>
            </a:extLst>
          </p:cNvPr>
          <p:cNvSpPr txBox="1"/>
          <p:nvPr/>
        </p:nvSpPr>
        <p:spPr>
          <a:xfrm>
            <a:off x="119269" y="1774028"/>
            <a:ext cx="6122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mkdir</a:t>
            </a:r>
            <a:r>
              <a:rPr lang="en-IN" dirty="0"/>
              <a:t> -p ~/</a:t>
            </a:r>
            <a:r>
              <a:rPr lang="en-IN" dirty="0" err="1"/>
              <a:t>linux_assignment</a:t>
            </a:r>
            <a:r>
              <a:rPr lang="en-IN" dirty="0"/>
              <a:t>/screenshots</a:t>
            </a:r>
          </a:p>
          <a:p>
            <a:r>
              <a:rPr lang="en-IN" dirty="0"/>
              <a:t>cd ~/</a:t>
            </a:r>
            <a:r>
              <a:rPr lang="en-IN" dirty="0" err="1"/>
              <a:t>linux_assignment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58565-646B-2510-4AD2-C3D5C1C31B22}"/>
              </a:ext>
            </a:extLst>
          </p:cNvPr>
          <p:cNvSpPr txBox="1"/>
          <p:nvPr/>
        </p:nvSpPr>
        <p:spPr>
          <a:xfrm>
            <a:off x="0" y="2715707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Commands to run (copy-paste). For each command, include syntax, short purpose, and capture screenshot:</a:t>
            </a:r>
          </a:p>
          <a:p>
            <a:pPr>
              <a:buNone/>
            </a:pPr>
            <a:r>
              <a:rPr lang="en-GB" dirty="0"/>
              <a:t>File/navigation:</a:t>
            </a:r>
          </a:p>
        </p:txBody>
      </p:sp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F2D2310-0123-5FB2-822D-42F7D8BBD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948" y="372969"/>
            <a:ext cx="4701947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7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747B1-FED8-23CD-A100-9F528ED4F129}"/>
              </a:ext>
            </a:extLst>
          </p:cNvPr>
          <p:cNvSpPr txBox="1"/>
          <p:nvPr/>
        </p:nvSpPr>
        <p:spPr>
          <a:xfrm>
            <a:off x="-1656" y="809248"/>
            <a:ext cx="5647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ps</a:t>
            </a:r>
            <a:r>
              <a:rPr lang="en-GB" dirty="0"/>
              <a:t> aux | head -n 10       # show running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top                       # interactive, press q to quit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# or use </a:t>
            </a:r>
            <a:r>
              <a:rPr lang="en-GB" dirty="0" err="1"/>
              <a:t>htop</a:t>
            </a:r>
            <a:r>
              <a:rPr lang="en-GB" dirty="0"/>
              <a:t> if installed (</a:t>
            </a:r>
            <a:r>
              <a:rPr lang="en-GB" dirty="0" err="1"/>
              <a:t>sudo</a:t>
            </a:r>
            <a:r>
              <a:rPr lang="en-GB" dirty="0"/>
              <a:t> apt install -y </a:t>
            </a:r>
            <a:r>
              <a:rPr lang="en-GB" dirty="0" err="1"/>
              <a:t>htop</a:t>
            </a:r>
            <a:r>
              <a:rPr lang="en-GB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47D45-7DD2-1AD3-2875-0A2050AB08BE}"/>
              </a:ext>
            </a:extLst>
          </p:cNvPr>
          <p:cNvSpPr txBox="1"/>
          <p:nvPr/>
        </p:nvSpPr>
        <p:spPr>
          <a:xfrm>
            <a:off x="77029" y="73751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0D0D0D"/>
                </a:solidFill>
                <a:effectLst/>
                <a:latin typeface="ui-sans-serif"/>
              </a:rPr>
              <a:t>.Process monitoring: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4D93B-8FFB-60A9-9475-D54449AB3E36}"/>
              </a:ext>
            </a:extLst>
          </p:cNvPr>
          <p:cNvSpPr txBox="1"/>
          <p:nvPr/>
        </p:nvSpPr>
        <p:spPr>
          <a:xfrm>
            <a:off x="-28988" y="2501205"/>
            <a:ext cx="6152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Networking</a:t>
            </a:r>
            <a:r>
              <a:rPr lang="en-IN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EEB0F-8DB6-77BA-AD8D-BA36EF61E0CD}"/>
              </a:ext>
            </a:extLst>
          </p:cNvPr>
          <p:cNvSpPr txBox="1"/>
          <p:nvPr/>
        </p:nvSpPr>
        <p:spPr>
          <a:xfrm>
            <a:off x="0" y="3525369"/>
            <a:ext cx="6152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ping -c 4 8.8.8.8          # ping google DNS</a:t>
            </a:r>
          </a:p>
          <a:p>
            <a:r>
              <a:rPr lang="en-IN" dirty="0" err="1"/>
              <a:t>ip</a:t>
            </a:r>
            <a:r>
              <a:rPr lang="en-IN" dirty="0"/>
              <a:t> a                      # show IP addresses (modern alternative to </a:t>
            </a:r>
            <a:r>
              <a:rPr lang="en-IN" dirty="0" err="1"/>
              <a:t>ifconfig</a:t>
            </a:r>
            <a:r>
              <a:rPr lang="en-IN" dirty="0"/>
              <a:t>)</a:t>
            </a:r>
          </a:p>
          <a:p>
            <a:r>
              <a:rPr lang="en-IN" dirty="0" err="1"/>
              <a:t>ifconfig</a:t>
            </a:r>
            <a:r>
              <a:rPr lang="en-IN" dirty="0"/>
              <a:t> || true          # </a:t>
            </a:r>
            <a:r>
              <a:rPr lang="en-IN" dirty="0" err="1"/>
              <a:t>ifconfig</a:t>
            </a:r>
            <a:r>
              <a:rPr lang="en-IN" dirty="0"/>
              <a:t> may be available (net-tools)</a:t>
            </a:r>
          </a:p>
          <a:p>
            <a:r>
              <a:rPr lang="en-IN" dirty="0"/>
              <a:t>netstat -</a:t>
            </a:r>
            <a:r>
              <a:rPr lang="en-IN" dirty="0" err="1"/>
              <a:t>tuln</a:t>
            </a:r>
            <a:r>
              <a:rPr lang="en-IN" dirty="0"/>
              <a:t> | head -n 10  # active network ports</a:t>
            </a:r>
          </a:p>
        </p:txBody>
      </p:sp>
      <p:pic>
        <p:nvPicPr>
          <p:cNvPr id="13" name="Picture 12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BAEECFF1-1659-4C0F-12A4-A977432A5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817" y="0"/>
            <a:ext cx="6342152" cy="4234070"/>
          </a:xfrm>
          <a:prstGeom prst="rect">
            <a:avLst/>
          </a:prstGeom>
        </p:spPr>
      </p:pic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6B27B5-B2AD-08FD-6CCC-061F6490A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800" y="4307821"/>
            <a:ext cx="5789475" cy="22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7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56A3F3-F514-2037-B0E3-E0349B31D73E}"/>
              </a:ext>
            </a:extLst>
          </p:cNvPr>
          <p:cNvSpPr txBox="1"/>
          <p:nvPr/>
        </p:nvSpPr>
        <p:spPr>
          <a:xfrm>
            <a:off x="-72058" y="93629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Disk &amp; system info: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AD080-989E-F944-C0DA-4D67FDA0B26E}"/>
              </a:ext>
            </a:extLst>
          </p:cNvPr>
          <p:cNvSpPr txBox="1"/>
          <p:nvPr/>
        </p:nvSpPr>
        <p:spPr>
          <a:xfrm>
            <a:off x="-1" y="1053549"/>
            <a:ext cx="848801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df</a:t>
            </a:r>
            <a:r>
              <a:rPr lang="en-IN" sz="2800" dirty="0"/>
              <a:t> -h                     # disk usage human-readable</a:t>
            </a:r>
          </a:p>
          <a:p>
            <a:r>
              <a:rPr lang="en-IN" sz="2800" dirty="0"/>
              <a:t>du -</a:t>
            </a:r>
            <a:r>
              <a:rPr lang="en-IN" sz="2800" dirty="0" err="1"/>
              <a:t>sh</a:t>
            </a:r>
            <a:r>
              <a:rPr lang="en-IN" sz="2800" dirty="0"/>
              <a:t> ~ | head -n 1       # folder size of home</a:t>
            </a:r>
          </a:p>
          <a:p>
            <a:r>
              <a:rPr lang="en-IN" sz="2800" dirty="0"/>
              <a:t>free -h                   # memory usage</a:t>
            </a:r>
          </a:p>
          <a:p>
            <a:r>
              <a:rPr lang="en-IN" sz="2800" dirty="0" err="1"/>
              <a:t>uname</a:t>
            </a:r>
            <a:r>
              <a:rPr lang="en-IN" sz="2800" dirty="0"/>
              <a:t> -a                  # kernel and system info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CA72401-BDBC-E04B-D4B5-8BB8BD757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1465"/>
            <a:ext cx="12192000" cy="343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25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FED50-1D84-9B3F-7D92-B165E8DDB715}"/>
              </a:ext>
            </a:extLst>
          </p:cNvPr>
          <p:cNvSpPr txBox="1"/>
          <p:nvPr/>
        </p:nvSpPr>
        <p:spPr>
          <a:xfrm>
            <a:off x="106846" y="193021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Package &amp; help: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C9DBB-0EA7-F5BC-59FB-3E9DFFD2E0B7}"/>
              </a:ext>
            </a:extLst>
          </p:cNvPr>
          <p:cNvSpPr txBox="1"/>
          <p:nvPr/>
        </p:nvSpPr>
        <p:spPr>
          <a:xfrm>
            <a:off x="106846" y="900907"/>
            <a:ext cx="6142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apt list --installed | head -n 20</a:t>
            </a:r>
          </a:p>
          <a:p>
            <a:r>
              <a:rPr lang="en-IN" dirty="0"/>
              <a:t>man ls                    # open manual page for ls (press q to quit)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0A27F9E-1A4A-5D37-3398-1232A5AF5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8792"/>
            <a:ext cx="12192000" cy="524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8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73DA89-F560-1079-EC96-6113FA387242}"/>
              </a:ext>
            </a:extLst>
          </p:cNvPr>
          <p:cNvSpPr txBox="1"/>
          <p:nvPr/>
        </p:nvSpPr>
        <p:spPr>
          <a:xfrm>
            <a:off x="-1656" y="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✍️ Step 1: Create and open the script</a:t>
            </a:r>
          </a:p>
          <a:p>
            <a:pPr>
              <a:buNone/>
            </a:pPr>
            <a:r>
              <a:rPr lang="en-GB" dirty="0"/>
              <a:t>Run: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87AF3-389C-165E-2C4A-B7F812B214E6}"/>
              </a:ext>
            </a:extLst>
          </p:cNvPr>
          <p:cNvSpPr txBox="1"/>
          <p:nvPr/>
        </p:nvSpPr>
        <p:spPr>
          <a:xfrm>
            <a:off x="0" y="646331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nano backup.sh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F6164-5CC6-A5D9-6D64-5504E478EB70}"/>
              </a:ext>
            </a:extLst>
          </p:cNvPr>
          <p:cNvSpPr txBox="1"/>
          <p:nvPr/>
        </p:nvSpPr>
        <p:spPr>
          <a:xfrm>
            <a:off x="-26504" y="1292662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✍️ Step 2: Paste this code inside nano: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8C10A-879E-76B3-34B1-96A76D420B58}"/>
              </a:ext>
            </a:extLst>
          </p:cNvPr>
          <p:cNvSpPr txBox="1"/>
          <p:nvPr/>
        </p:nvSpPr>
        <p:spPr>
          <a:xfrm>
            <a:off x="0" y="1938993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#!/bin/bashmkdir -p </a:t>
            </a:r>
            <a:r>
              <a:rPr lang="en-IN" dirty="0" err="1"/>
              <a:t>backupcp</a:t>
            </a:r>
            <a:r>
              <a:rPr lang="en-IN" dirty="0"/>
              <a:t> -r ~/Documents/* backup/echo "Backup completed successfully!"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71B4E-2A89-2959-D46D-B22685C680EA}"/>
              </a:ext>
            </a:extLst>
          </p:cNvPr>
          <p:cNvSpPr txBox="1"/>
          <p:nvPr/>
        </p:nvSpPr>
        <p:spPr>
          <a:xfrm>
            <a:off x="-41412" y="4161763"/>
            <a:ext cx="6137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✍️ Step 4: Make the script executable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C23D8-DB74-0426-D456-219ED6158213}"/>
              </a:ext>
            </a:extLst>
          </p:cNvPr>
          <p:cNvSpPr txBox="1"/>
          <p:nvPr/>
        </p:nvSpPr>
        <p:spPr>
          <a:xfrm>
            <a:off x="69574" y="2828835"/>
            <a:ext cx="6137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✍️ Step 3: Save the script</a:t>
            </a:r>
          </a:p>
          <a:p>
            <a:pPr>
              <a:buNone/>
            </a:pPr>
            <a:r>
              <a:rPr lang="en-GB" dirty="0"/>
              <a:t>In nano: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Press </a:t>
            </a:r>
            <a:r>
              <a:rPr lang="en-GB" b="1" dirty="0"/>
              <a:t>CTRL + O</a:t>
            </a:r>
            <a:r>
              <a:rPr lang="en-GB" dirty="0"/>
              <a:t> → Enter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Press </a:t>
            </a:r>
            <a:r>
              <a:rPr lang="en-GB" b="1" dirty="0"/>
              <a:t>CTRL + X</a:t>
            </a:r>
            <a:r>
              <a:rPr lang="en-GB" dirty="0"/>
              <a:t> to exit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8E7F2E-9CB8-4DC5-9579-FF51B157B9C0}"/>
              </a:ext>
            </a:extLst>
          </p:cNvPr>
          <p:cNvSpPr txBox="1"/>
          <p:nvPr/>
        </p:nvSpPr>
        <p:spPr>
          <a:xfrm>
            <a:off x="69574" y="4663694"/>
            <a:ext cx="6142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chmod</a:t>
            </a:r>
            <a:r>
              <a:rPr lang="en-IN" dirty="0"/>
              <a:t> +x backup.sh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371EBE-3862-DB69-A6BB-C7033B26B076}"/>
              </a:ext>
            </a:extLst>
          </p:cNvPr>
          <p:cNvSpPr txBox="1"/>
          <p:nvPr/>
        </p:nvSpPr>
        <p:spPr>
          <a:xfrm>
            <a:off x="0" y="5295905"/>
            <a:ext cx="6142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✍️ Step 5: Run the script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68F3B4-C4EC-DAF4-7F15-28AB1C6BC1F8}"/>
              </a:ext>
            </a:extLst>
          </p:cNvPr>
          <p:cNvSpPr txBox="1"/>
          <p:nvPr/>
        </p:nvSpPr>
        <p:spPr>
          <a:xfrm>
            <a:off x="0" y="5738202"/>
            <a:ext cx="6142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./backup.sh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E72363-0FCC-778E-F376-72F835898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4" y="6340950"/>
            <a:ext cx="12192000" cy="375965"/>
          </a:xfrm>
          <a:prstGeom prst="rect">
            <a:avLst/>
          </a:prstGeom>
        </p:spPr>
      </p:pic>
      <p:pic>
        <p:nvPicPr>
          <p:cNvPr id="23" name="Picture 22" descr="A computer screen with a black screen&#10;&#10;AI-generated content may be incorrect.">
            <a:extLst>
              <a:ext uri="{FF2B5EF4-FFF2-40B4-BE49-F238E27FC236}">
                <a16:creationId xmlns:a16="http://schemas.microsoft.com/office/drawing/2014/main" id="{59FC2B4F-6C65-E508-6661-04A416F04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90" y="0"/>
            <a:ext cx="6834809" cy="621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0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uilding with a sign in front of it&#10;&#10;AI-generated content may be incorrect.">
            <a:extLst>
              <a:ext uri="{FF2B5EF4-FFF2-40B4-BE49-F238E27FC236}">
                <a16:creationId xmlns:a16="http://schemas.microsoft.com/office/drawing/2014/main" id="{5AE0A366-EF46-4CA1-2120-AC70BCEB7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43808"/>
            <a:ext cx="12192000" cy="94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8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600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ui-sans-serif</vt:lpstr>
      <vt:lpstr>Office Theme</vt:lpstr>
      <vt:lpstr>Linux Assignment CSE Fundamental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Samk Chugh</dc:creator>
  <cp:lastModifiedBy>Samk Chugh</cp:lastModifiedBy>
  <cp:revision>1</cp:revision>
  <dcterms:created xsi:type="dcterms:W3CDTF">2025-11-17T11:14:34Z</dcterms:created>
  <dcterms:modified xsi:type="dcterms:W3CDTF">2025-11-18T13:37:29Z</dcterms:modified>
</cp:coreProperties>
</file>